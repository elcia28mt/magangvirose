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0" r:id="rId8"/>
    <p:sldId id="267" r:id="rId9"/>
    <p:sldId id="261" r:id="rId10"/>
    <p:sldId id="262" r:id="rId11"/>
    <p:sldId id="264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BCB2F-AA09-B6CD-0529-4D89ECB9C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2A7D2-0D57-C178-F089-10F9B1CE7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765D5-4EDE-6061-8574-D9116FFD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021E3-6B62-42F0-EDD3-1ABBB566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0C43B-A6DB-6571-3F8D-8BC100BC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2892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EE13-9E89-E23A-83CF-A2A8BC68C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EC77-141C-B42D-DD55-29F1DD9C7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D5FB2-7A08-35EA-8296-E0E527F2B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F1BE8-A25D-5F58-24FD-5E6F436A7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15828-5F88-D9D1-E004-78DE035E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360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A74D-70CD-66BE-1D6E-0D509E01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ED052-8EE5-B989-4110-DBA2A8A43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F3A00-D544-56A6-1817-41CC3B88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D1FEC-4F7F-E2BD-9DE9-824F92D9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2B60E-9987-0B56-6918-6C051AFF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764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9E3D-1EF6-B950-F501-9C04E517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9FC99-B962-B5E2-857A-F97B52324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39FD5-7BCF-6DF6-CB2A-6D92522CB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BDA44-65E3-B6C0-1548-A6349FA6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E43D4-EBD5-330C-E8C7-EE2C9248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745D9-FC41-D810-ED5E-C7B536A22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8112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6C7D-D37B-66FD-D3A8-494FC7ADB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6D962-8BCC-A703-C01E-B645E84FF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433262-8BF2-C4AE-090C-7F7C541AF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02E7C5-AE0D-91D5-06C0-CE97CF9DF8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AEA4B5-1094-9F2E-8425-E069D34070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632DB7-416B-156E-E03F-99DCED9C5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ED4B8-C715-D00C-953E-EA48E492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01C99-30DD-45AD-3055-91C6F17F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080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D1329-346D-0EB1-6A4D-C29BCAFF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45482-33A6-1746-0C67-05A7FED9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E06769-6131-C1A9-9B39-14448C267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6BE1E-27A6-CA5C-01F6-BAD8E460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278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E0897-891A-019F-FE41-C516CECEA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BC85D-33A9-96CB-DF5E-687087D75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710CE-BD16-9133-31E5-55BAD552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2788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DB726-D273-8EBC-729B-CF65F25E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9A9D0-7278-A3C8-06A1-03A4B4038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7EC4F-DCE9-04FE-310D-574DDD7D1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72F9B-3494-2076-352C-A98B4B45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44EFD-6E38-77BE-8C8A-1336A10E8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9014F-95A0-E702-BE7F-4F492923C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6633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AA7C-7A74-139D-4AD4-241244C88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EEDD8D-BEAF-0003-D7AC-83A214D1779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242DF-4ABA-5EAD-E0E3-4732A9E4B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4AA89-9C80-C631-295F-5581F449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3ED88-A3AE-6943-8704-0431EE396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115FD-98C3-9C05-8E56-F1A510C4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2287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35BF0-2750-FA4B-0096-CD1FAE64B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A901B-6BF0-6021-E13B-321954411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76878-FB93-1C34-4729-DB91D8A5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B9072-03D3-EF64-CE14-FCD465BD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21087-43D6-50C9-81B7-7083E80DF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151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27BA2-D145-08D8-4E33-BF8F06E0F9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4E492-75D7-1C4D-27BD-A884CB175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DE774-08D5-986E-380A-E9E1E4A51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AF6B2-1A31-E736-BE9B-1491FFBF5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EFF2F-6EA2-24FF-B9E0-264D9C2C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224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A31F03-CB6B-325E-2BA2-CD4DD4640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AE4A9-1E80-8569-52A4-E87962D3D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A7610-4F19-C91F-9E25-7306BB846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77E13-3AAB-4B7B-A79A-E609A14DD314}" type="datetimeFigureOut">
              <a:rPr lang="en-ID" smtClean="0"/>
              <a:t>25/10/2026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E856A-6365-802E-6E59-1030B3CE1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21371-5BAD-BA1F-0D22-16DEA342F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71D0F-D15C-423F-9BF7-36129BC4E2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935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8B5FEC-B3BC-7258-A0DE-8842C3F9A7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32" t="25662" r="5323" b="9964"/>
          <a:stretch>
            <a:fillRect/>
          </a:stretch>
        </p:blipFill>
        <p:spPr>
          <a:xfrm>
            <a:off x="206216" y="299399"/>
            <a:ext cx="11779567" cy="625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82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C0872D-6BE3-268D-34B4-024047F9CD0E}"/>
              </a:ext>
            </a:extLst>
          </p:cNvPr>
          <p:cNvSpPr txBox="1"/>
          <p:nvPr/>
        </p:nvSpPr>
        <p:spPr>
          <a:xfrm>
            <a:off x="240890" y="58846"/>
            <a:ext cx="1171022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/>
              <a:t>TODO 1 (LAPTOP)</a:t>
            </a:r>
          </a:p>
          <a:p>
            <a:pPr algn="ctr"/>
            <a:r>
              <a:rPr lang="en-US" sz="4800" b="1" dirty="0"/>
              <a:t>INTERFACE</a:t>
            </a:r>
          </a:p>
          <a:p>
            <a:pPr algn="ctr"/>
            <a:endParaRPr lang="en-US" sz="4800" b="1" u="sng" dirty="0"/>
          </a:p>
          <a:p>
            <a:pPr algn="ctr"/>
            <a:r>
              <a:rPr lang="en-US" sz="4800" b="1" u="sng" dirty="0"/>
              <a:t>TODO 2 (ESP BRIDGE) </a:t>
            </a:r>
          </a:p>
          <a:p>
            <a:pPr algn="ctr"/>
            <a:r>
              <a:rPr lang="en-US" sz="4800" b="1" dirty="0"/>
              <a:t>PENGHUBUNG LAPTOP AND ESP SERVER / TRANSLATOR</a:t>
            </a:r>
          </a:p>
          <a:p>
            <a:pPr algn="ctr"/>
            <a:endParaRPr lang="en-US" sz="4800" b="1" dirty="0"/>
          </a:p>
          <a:p>
            <a:pPr algn="ctr"/>
            <a:r>
              <a:rPr lang="en-US" sz="4800" b="1" u="sng" dirty="0"/>
              <a:t>TODO 3 (ESP SERVER) </a:t>
            </a:r>
            <a:r>
              <a:rPr lang="en-US" sz="4800" b="1" dirty="0"/>
              <a:t>– </a:t>
            </a:r>
          </a:p>
          <a:p>
            <a:pPr algn="ctr"/>
            <a:r>
              <a:rPr lang="en-US" sz="4800" b="1" dirty="0"/>
              <a:t>PROSESNYA / MIKIRNYA</a:t>
            </a:r>
            <a:endParaRPr lang="en-ID" sz="4800" b="1" dirty="0"/>
          </a:p>
        </p:txBody>
      </p:sp>
    </p:spTree>
    <p:extLst>
      <p:ext uri="{BB962C8B-B14F-4D97-AF65-F5344CB8AC3E}">
        <p14:creationId xmlns:p14="http://schemas.microsoft.com/office/powerpoint/2010/main" val="975189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281604-C1F7-EC92-CB38-E6AE34136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8" y="1081226"/>
            <a:ext cx="11985523" cy="46955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8C5DFE-1325-990F-A90C-BC9A3279D477}"/>
              </a:ext>
            </a:extLst>
          </p:cNvPr>
          <p:cNvSpPr txBox="1"/>
          <p:nvPr/>
        </p:nvSpPr>
        <p:spPr>
          <a:xfrm>
            <a:off x="3047999" y="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INTERFACE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2830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D1358-4E95-B698-1E6B-BAF63D8F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665279-29E7-C6D7-787C-894B74187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6" y="758957"/>
            <a:ext cx="12038947" cy="53400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C32C11-C6D5-8AC2-05A1-96FC982B4FAA}"/>
              </a:ext>
            </a:extLst>
          </p:cNvPr>
          <p:cNvSpPr txBox="1"/>
          <p:nvPr/>
        </p:nvSpPr>
        <p:spPr>
          <a:xfrm>
            <a:off x="3047999" y="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INTERFACE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0057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13E3-2792-3E21-837A-8EFDE119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10A7A-3F5B-9FEC-8D24-1A0C48BCA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8" y="907026"/>
            <a:ext cx="11875963" cy="5043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8131AC-0047-0F66-BE67-096604EA7AAB}"/>
              </a:ext>
            </a:extLst>
          </p:cNvPr>
          <p:cNvSpPr txBox="1"/>
          <p:nvPr/>
        </p:nvSpPr>
        <p:spPr>
          <a:xfrm>
            <a:off x="609599" y="183024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PENGHUBUNG LAPTOP AND ESP SERVER / TRANSLATOR</a:t>
            </a:r>
          </a:p>
        </p:txBody>
      </p:sp>
    </p:spTree>
    <p:extLst>
      <p:ext uri="{BB962C8B-B14F-4D97-AF65-F5344CB8AC3E}">
        <p14:creationId xmlns:p14="http://schemas.microsoft.com/office/powerpoint/2010/main" val="259205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1B6D1-F383-16CD-7414-52FB6AF06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3462E9-01CF-F0CA-A9A8-EEE2750CEB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55" t="23799" r="3064" b="4803"/>
          <a:stretch>
            <a:fillRect/>
          </a:stretch>
        </p:blipFill>
        <p:spPr>
          <a:xfrm>
            <a:off x="850489" y="829355"/>
            <a:ext cx="10491019" cy="5805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D5CED6-8611-4B80-5500-10A15A78B766}"/>
              </a:ext>
            </a:extLst>
          </p:cNvPr>
          <p:cNvSpPr txBox="1"/>
          <p:nvPr/>
        </p:nvSpPr>
        <p:spPr>
          <a:xfrm>
            <a:off x="609599" y="183024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PENGHUBUNG LAPTOP AND ESP SERVER / TRANSLATOR</a:t>
            </a:r>
          </a:p>
        </p:txBody>
      </p:sp>
    </p:spTree>
    <p:extLst>
      <p:ext uri="{BB962C8B-B14F-4D97-AF65-F5344CB8AC3E}">
        <p14:creationId xmlns:p14="http://schemas.microsoft.com/office/powerpoint/2010/main" val="292837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820AA-C0F4-B481-8744-552854887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2FB43A-B586-B84B-EF10-464396D7E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86" y="1147818"/>
            <a:ext cx="11906423" cy="52112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AAA6F-5AE0-4D21-8C90-50789C257A3B}"/>
              </a:ext>
            </a:extLst>
          </p:cNvPr>
          <p:cNvSpPr txBox="1"/>
          <p:nvPr/>
        </p:nvSpPr>
        <p:spPr>
          <a:xfrm>
            <a:off x="1430590" y="127820"/>
            <a:ext cx="93308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PROSESNYA / MIKIRNYA</a:t>
            </a:r>
            <a:endParaRPr lang="en-ID" sz="4800" b="1" dirty="0"/>
          </a:p>
        </p:txBody>
      </p:sp>
    </p:spTree>
    <p:extLst>
      <p:ext uri="{BB962C8B-B14F-4D97-AF65-F5344CB8AC3E}">
        <p14:creationId xmlns:p14="http://schemas.microsoft.com/office/powerpoint/2010/main" val="88729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4822B-8765-DA57-15D1-AD6E0A96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FA9064-E2E1-8207-54EC-849BDFFBCA3E}"/>
              </a:ext>
            </a:extLst>
          </p:cNvPr>
          <p:cNvSpPr txBox="1"/>
          <p:nvPr/>
        </p:nvSpPr>
        <p:spPr>
          <a:xfrm>
            <a:off x="1430590" y="127820"/>
            <a:ext cx="93308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PROSESNYA / MIKIRNYA</a:t>
            </a:r>
            <a:endParaRPr lang="en-ID" sz="4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92C385-F6AA-65F4-F0A4-89730C322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48" y="1240204"/>
            <a:ext cx="11508699" cy="437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16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E2DA0-792B-2149-8F33-DAEBADAC6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196DDE-F12D-5D72-392E-BCABE0920DCD}"/>
              </a:ext>
            </a:extLst>
          </p:cNvPr>
          <p:cNvSpPr txBox="1"/>
          <p:nvPr/>
        </p:nvSpPr>
        <p:spPr>
          <a:xfrm>
            <a:off x="240890" y="425973"/>
            <a:ext cx="11710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PERUSAHAAN</a:t>
            </a:r>
            <a:endParaRPr lang="en-ID" sz="7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A635DE-A65E-1349-864E-7C65ACE13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79" y="1785633"/>
            <a:ext cx="10847041" cy="464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87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A1B18-2D94-0508-B02A-CD05C50AC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A7A06-DA96-CF17-F983-22CB50D3DC28}"/>
              </a:ext>
            </a:extLst>
          </p:cNvPr>
          <p:cNvSpPr txBox="1"/>
          <p:nvPr/>
        </p:nvSpPr>
        <p:spPr>
          <a:xfrm>
            <a:off x="0" y="72010"/>
            <a:ext cx="11641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PROSESNYA</a:t>
            </a:r>
            <a:endParaRPr lang="en-ID" sz="5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32B25-BC42-C6FF-0123-A9EEA74B23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74" t="24875" r="3306" b="21864"/>
          <a:stretch>
            <a:fillRect/>
          </a:stretch>
        </p:blipFill>
        <p:spPr>
          <a:xfrm>
            <a:off x="84007" y="1328282"/>
            <a:ext cx="12023986" cy="497419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A4621EC-3D62-8A67-3691-56CB107580EC}"/>
              </a:ext>
            </a:extLst>
          </p:cNvPr>
          <p:cNvSpPr/>
          <p:nvPr/>
        </p:nvSpPr>
        <p:spPr>
          <a:xfrm>
            <a:off x="1848463" y="1406941"/>
            <a:ext cx="1268362" cy="55951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5242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2B6CFD-C022-CFB0-BFDA-19A430E17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658" y="542056"/>
            <a:ext cx="2523194" cy="5936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9421A7-A38B-440C-47A3-AA74B092F85D}"/>
              </a:ext>
            </a:extLst>
          </p:cNvPr>
          <p:cNvSpPr txBox="1"/>
          <p:nvPr/>
        </p:nvSpPr>
        <p:spPr>
          <a:xfrm>
            <a:off x="4455323" y="856357"/>
            <a:ext cx="516619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Project FP1</a:t>
            </a:r>
          </a:p>
          <a:p>
            <a:pPr marL="685800" indent="-685800">
              <a:buFontTx/>
              <a:buChar char="-"/>
            </a:pPr>
            <a:r>
              <a:rPr lang="en-US" sz="4800" b="1" dirty="0"/>
              <a:t>todo1</a:t>
            </a:r>
          </a:p>
          <a:p>
            <a:r>
              <a:rPr lang="en-US" sz="4800" b="1" dirty="0"/>
              <a:t>	</a:t>
            </a:r>
            <a:r>
              <a:rPr lang="en-US" sz="4800" b="1" dirty="0" err="1"/>
              <a:t>Src</a:t>
            </a:r>
            <a:r>
              <a:rPr lang="en-US" sz="4800" b="1" dirty="0"/>
              <a:t>: main.cpp</a:t>
            </a:r>
          </a:p>
          <a:p>
            <a:pPr marL="685800" indent="-685800">
              <a:buFontTx/>
              <a:buChar char="-"/>
            </a:pPr>
            <a:r>
              <a:rPr lang="en-US" sz="4800" b="1" dirty="0"/>
              <a:t>todo2</a:t>
            </a:r>
          </a:p>
          <a:p>
            <a:r>
              <a:rPr lang="en-US" sz="4800" b="1" dirty="0"/>
              <a:t>	</a:t>
            </a:r>
            <a:r>
              <a:rPr lang="en-US" sz="4800" b="1" dirty="0" err="1"/>
              <a:t>Src</a:t>
            </a:r>
            <a:r>
              <a:rPr lang="en-US" sz="4800" b="1" dirty="0"/>
              <a:t>: main.cpp</a:t>
            </a:r>
          </a:p>
          <a:p>
            <a:pPr marL="685800" indent="-685800">
              <a:buFontTx/>
              <a:buChar char="-"/>
            </a:pPr>
            <a:r>
              <a:rPr lang="en-US" sz="4800" b="1" dirty="0"/>
              <a:t>todo3</a:t>
            </a:r>
          </a:p>
          <a:p>
            <a:r>
              <a:rPr lang="en-US" sz="4800" b="1" dirty="0"/>
              <a:t>	</a:t>
            </a:r>
            <a:r>
              <a:rPr lang="en-US" sz="4800" b="1" dirty="0" err="1"/>
              <a:t>Src</a:t>
            </a:r>
            <a:r>
              <a:rPr lang="en-US" sz="4800" b="1" dirty="0"/>
              <a:t>: main.cpp</a:t>
            </a:r>
          </a:p>
          <a:p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01521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E9835-3677-41AC-2DB8-0A180A917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3A4F32F-E2AF-BE46-F98B-43D18CF2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44" y="241839"/>
            <a:ext cx="7557333" cy="39145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2B8204-BBBB-A6BE-49BD-1EA2389F3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129" y="4281916"/>
            <a:ext cx="6371614" cy="233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76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8DED9-71D5-51CA-C430-380576C17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ED61C5-D9C1-EFBD-0BD4-FD9A89309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00" t="25950" r="3306" b="2939"/>
          <a:stretch>
            <a:fillRect/>
          </a:stretch>
        </p:blipFill>
        <p:spPr>
          <a:xfrm>
            <a:off x="167148" y="186812"/>
            <a:ext cx="9045677" cy="48768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54FBA5-AFDB-E8DC-52F8-EA5630E08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532884"/>
            <a:ext cx="5319252" cy="213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628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76</Words>
  <Application>Microsoft Office PowerPoint</Application>
  <PresentationFormat>Widescreen</PresentationFormat>
  <Paragraphs>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 McAcc</dc:creator>
  <cp:lastModifiedBy>Fel McAcc</cp:lastModifiedBy>
  <cp:revision>3</cp:revision>
  <dcterms:created xsi:type="dcterms:W3CDTF">2026-10-25T04:09:05Z</dcterms:created>
  <dcterms:modified xsi:type="dcterms:W3CDTF">2026-10-25T05:31:37Z</dcterms:modified>
</cp:coreProperties>
</file>